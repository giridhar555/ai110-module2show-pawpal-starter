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64608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463040"/>
            <a:ext cx="1051560" cy="1051560"/>
          </a:xfrm>
          <a:prstGeom prst="ellipse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200"/>
              <a:t>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PawPal+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D6E2E5"/>
                </a:solidFill>
                <a:latin typeface="Calibri"/>
              </a:rPr>
              <a:t>A pet-care planner that decides what matters first — and shows its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48F93"/>
                </a:solidFill>
                <a:latin typeface="Calibri"/>
              </a:rPr>
              <a:t>My final project demo  ·  built by Giridhar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28016" cy="7772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69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28C28"/>
                </a:solidFill>
                <a:latin typeface="Calibri"/>
              </a:rPr>
              <a:t>THE PROBLEM — WHAT I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961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A2332"/>
                </a:solidFill>
                <a:latin typeface="Calibri"/>
              </a:rPr>
              <a:t>Caring for a pet is a lot to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2000" b="1">
                <a:solidFill>
                  <a:srgbClr val="F28C28"/>
                </a:solidFill>
              </a:rPr>
              <a:t>•  </a:t>
            </a:r>
            <a:r>
              <a:rPr sz="2000">
                <a:solidFill>
                  <a:srgbClr val="2A333B"/>
                </a:solidFill>
                <a:latin typeface="Calibri"/>
              </a:rPr>
              <a:t>Owners juggle feeding, meds, walks, and grooming — every single day.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2000" b="1">
                <a:solidFill>
                  <a:srgbClr val="F28C28"/>
                </a:solidFill>
              </a:rPr>
              <a:t>•  </a:t>
            </a:r>
            <a:r>
              <a:rPr sz="2000">
                <a:solidFill>
                  <a:srgbClr val="2A333B"/>
                </a:solidFill>
                <a:latin typeface="Calibri"/>
              </a:rPr>
              <a:t>The tasks that matter most for a pet's health are the easiest to forget.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2000" b="1">
                <a:solidFill>
                  <a:srgbClr val="F28C28"/>
                </a:solidFill>
              </a:rPr>
              <a:t>•  </a:t>
            </a:r>
            <a:r>
              <a:rPr sz="2000">
                <a:solidFill>
                  <a:srgbClr val="2A333B"/>
                </a:solidFill>
                <a:latin typeface="Calibri"/>
              </a:rPr>
              <a:t>A plain to-do list doesn't tell you what to do first, or why.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2000" b="1">
                <a:solidFill>
                  <a:srgbClr val="F28C28"/>
                </a:solidFill>
              </a:rPr>
              <a:t>•  </a:t>
            </a:r>
            <a:r>
              <a:rPr sz="2000">
                <a:solidFill>
                  <a:srgbClr val="2A333B"/>
                </a:solidFill>
                <a:latin typeface="Calibri"/>
              </a:rPr>
              <a:t>I wanted a planner that makes that call — and explains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28016" cy="777240"/>
          </a:xfrm>
          <a:prstGeom prst="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69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48F93"/>
                </a:solidFill>
                <a:latin typeface="Calibri"/>
              </a:rPr>
              <a:t>THE LOGIC — HOW THE AI THINKS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961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A2332"/>
                </a:solidFill>
                <a:latin typeface="Calibri"/>
              </a:rPr>
              <a:t>It looks things up, then plans in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5C6B73"/>
                </a:solidFill>
                <a:latin typeface="Calibri"/>
              </a:rPr>
              <a:t>An agentic loop: retrieve → prioritize → plan → check → fix.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25146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2514600" cy="457200"/>
          </a:xfrm>
          <a:prstGeom prst="round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0896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Look it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703320"/>
            <a:ext cx="2148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C6B73"/>
                </a:solidFill>
                <a:latin typeface="Calibri"/>
              </a:rPr>
              <a:t>Pulls care guidance for each task from a small knowledge 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2514600"/>
            <a:ext cx="25146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0128" y="2514600"/>
            <a:ext cx="2514600" cy="457200"/>
          </a:xfrm>
          <a:prstGeom prst="round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2542032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310896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Prioritize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3703320"/>
            <a:ext cx="2148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C6B73"/>
                </a:solidFill>
                <a:latin typeface="Calibri"/>
              </a:rPr>
              <a:t>Boosts safety-first tasks: meds › feeding › walks › grooming.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0176" y="2514600"/>
            <a:ext cx="25146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80176" y="2514600"/>
            <a:ext cx="2514600" cy="457200"/>
          </a:xfrm>
          <a:prstGeom prst="round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2542032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310896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Plan &amp;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3703320"/>
            <a:ext cx="2148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C6B73"/>
                </a:solidFill>
                <a:latin typeface="Calibri"/>
              </a:rPr>
              <a:t>Builds the day, then scans for time clashes and overlaps.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50224" y="2514600"/>
            <a:ext cx="25146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50224" y="2514600"/>
            <a:ext cx="2514600" cy="457200"/>
          </a:xfrm>
          <a:prstGeom prst="round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0224" y="2542032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10896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Fix &amp;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3703320"/>
            <a:ext cx="2148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C6B73"/>
                </a:solidFill>
                <a:latin typeface="Calibri"/>
              </a:rPr>
              <a:t>Resolves conflicts and reports a 0–1 confidence score.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A333B"/>
                </a:solidFill>
                <a:latin typeface="Calibri"/>
              </a:rPr>
              <a:t>Every step is written to a trace, so you can read exactly why the plan came out that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28016" cy="77724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69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28C28"/>
                </a:solidFill>
                <a:latin typeface="Calibri"/>
              </a:rPr>
              <a:t>THE RELIABILITY — HOW I KNOW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961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A2332"/>
                </a:solidFill>
                <a:latin typeface="Calibri"/>
              </a:rPr>
              <a:t>Tested, and honest when it's unsure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468880" cy="1600200"/>
          </a:xfrm>
          <a:prstGeom prst="round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11/11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automated tests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011680"/>
            <a:ext cx="2468880" cy="160020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212848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1089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confidence when the plan 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011680"/>
            <a:ext cx="2468880" cy="16002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212848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1089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cases I checked by hand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>
                <a:solidFill>
                  <a:srgbClr val="F28C28"/>
                </a:solidFill>
              </a:rPr>
              <a:t>•  </a:t>
            </a:r>
            <a:r>
              <a:rPr sz="1700">
                <a:solidFill>
                  <a:srgbClr val="2A333B"/>
                </a:solidFill>
                <a:latin typeface="Calibri"/>
              </a:rPr>
              <a:t>Tests cover the boosts, the scheduling, conflict detection, and skips.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>
                <a:solidFill>
                  <a:srgbClr val="F28C28"/>
                </a:solidFill>
              </a:rPr>
              <a:t>•  </a:t>
            </a:r>
            <a:r>
              <a:rPr sz="1700">
                <a:solidFill>
                  <a:srgbClr val="2A333B"/>
                </a:solidFill>
                <a:latin typeface="Calibri"/>
              </a:rPr>
              <a:t>Guardrails: empty names and no-task runs are caught, not crashed.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>
                <a:solidFill>
                  <a:srgbClr val="F28C28"/>
                </a:solidFill>
              </a:rPr>
              <a:t>•  </a:t>
            </a:r>
            <a:r>
              <a:rPr sz="1700">
                <a:solidFill>
                  <a:srgbClr val="2A333B"/>
                </a:solidFill>
                <a:latin typeface="Calibri"/>
              </a:rPr>
              <a:t>When a task can't fit the day, it's skipped and the confidence drops — no pretending.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28016" cy="777240"/>
          </a:xfrm>
          <a:prstGeom prst="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69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48F93"/>
                </a:solidFill>
                <a:latin typeface="Calibri"/>
              </a:rPr>
              <a:t>THE REFLECTION — WHAT SURPRISED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961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A2332"/>
                </a:solidFill>
                <a:latin typeface="Calibri"/>
              </a:rPr>
              <a:t>Small ideas, surprisingly big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F28C28"/>
                </a:solidFill>
              </a:rPr>
              <a:t>•  </a:t>
            </a:r>
            <a:r>
              <a:rPr sz="1900">
                <a:solidFill>
                  <a:srgbClr val="2A333B"/>
                </a:solidFill>
                <a:latin typeface="Calibri"/>
              </a:rPr>
              <a:t>A tiny knowledge base + simple boosts beat a plain scheduler — no big model needed.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F28C28"/>
                </a:solidFill>
              </a:rPr>
              <a:t>•  </a:t>
            </a:r>
            <a:r>
              <a:rPr sz="1900">
                <a:solidFill>
                  <a:srgbClr val="2A333B"/>
                </a:solidFill>
                <a:latin typeface="Calibri"/>
              </a:rPr>
              <a:t>Just showing the reasoning trace made the tool feel far more trustworthy.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F28C28"/>
                </a:solidFill>
              </a:rPr>
              <a:t>•  </a:t>
            </a:r>
            <a:r>
              <a:rPr sz="1900">
                <a:solidFill>
                  <a:srgbClr val="2A333B"/>
                </a:solidFill>
                <a:latin typeface="Calibri"/>
              </a:rPr>
              <a:t>The AI helped most with clean class design early on.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F28C28"/>
                </a:solidFill>
              </a:rPr>
              <a:t>•  </a:t>
            </a:r>
            <a:r>
              <a:rPr sz="1900">
                <a:solidFill>
                  <a:srgbClr val="2A333B"/>
                </a:solidFill>
                <a:latin typeface="Calibri"/>
              </a:rPr>
              <a:t>It also steered me wrong once: it checked conflicts by exact start-time only, missing overlaps — I caught it and fixed it with proper slot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C6B73"/>
                </a:solidFill>
                <a:latin typeface="Calibri"/>
              </a:rPr>
              <a:t>Biggest lesson: a system you can see into is easier to trust than one that's just "smart."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109728"/>
          </a:xfrm>
          <a:prstGeom prst="rect">
            <a:avLst/>
          </a:prstGeom>
          <a:solidFill>
            <a:srgbClr val="14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5740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Thanks — questions?  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D6E2E5"/>
                </a:solidFill>
                <a:latin typeface="Calibri"/>
              </a:rPr>
              <a:t>Happy to walk through the code or the planner trace.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48F93"/>
                </a:solidFill>
                <a:latin typeface="Calibri"/>
              </a:rPr>
              <a:t>github.com/Giridhar555/ai110-module2show-pawpal-starter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