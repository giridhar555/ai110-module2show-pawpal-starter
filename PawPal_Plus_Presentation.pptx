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64608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463040"/>
            <a:ext cx="1051560" cy="105156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200"/>
              <a:t>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FFFFFF"/>
                </a:solidFill>
                <a:latin typeface="Calibri"/>
              </a:rPr>
              <a:t>PawPal+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D6E2E5"/>
                </a:solidFill>
                <a:latin typeface="Calibri"/>
              </a:rPr>
              <a:t>A pet-care planner that decides what matters first — and shows its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148F93"/>
                </a:solidFill>
                <a:latin typeface="Calibri"/>
              </a:rPr>
              <a:t>My final project demo  ·  built by Giridhar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28016" cy="77724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6692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28C28"/>
                </a:solidFill>
                <a:latin typeface="Calibri"/>
              </a:rPr>
              <a:t>THE PROBLEM — WHAT I SOLVED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96112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1A2332"/>
                </a:solidFill>
                <a:latin typeface="Calibri"/>
              </a:rPr>
              <a:t>Caring for a pet is a lot to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800"/>
              </a:spcAft>
            </a:pPr>
            <a:r>
              <a:rPr sz="2000" b="1">
                <a:solidFill>
                  <a:srgbClr val="F28C28"/>
                </a:solidFill>
              </a:rPr>
              <a:t>•  </a:t>
            </a:r>
            <a:r>
              <a:rPr sz="2000">
                <a:solidFill>
                  <a:srgbClr val="2A333B"/>
                </a:solidFill>
                <a:latin typeface="Calibri"/>
              </a:rPr>
              <a:t>Owners juggle feeding, meds, walks, and grooming — every single day.</a:t>
            </a:r>
          </a:p>
          <a:p>
            <a:pPr>
              <a:lnSpc>
                <a:spcPct val="110000"/>
              </a:lnSpc>
              <a:spcAft>
                <a:spcPts val="1800"/>
              </a:spcAft>
            </a:pPr>
            <a:r>
              <a:rPr sz="2000" b="1">
                <a:solidFill>
                  <a:srgbClr val="F28C28"/>
                </a:solidFill>
              </a:rPr>
              <a:t>•  </a:t>
            </a:r>
            <a:r>
              <a:rPr sz="2000">
                <a:solidFill>
                  <a:srgbClr val="2A333B"/>
                </a:solidFill>
                <a:latin typeface="Calibri"/>
              </a:rPr>
              <a:t>The tasks that matter most for a pet's health are the easiest to forget.</a:t>
            </a:r>
          </a:p>
          <a:p>
            <a:pPr>
              <a:lnSpc>
                <a:spcPct val="110000"/>
              </a:lnSpc>
              <a:spcAft>
                <a:spcPts val="1800"/>
              </a:spcAft>
            </a:pPr>
            <a:r>
              <a:rPr sz="2000" b="1">
                <a:solidFill>
                  <a:srgbClr val="F28C28"/>
                </a:solidFill>
              </a:rPr>
              <a:t>•  </a:t>
            </a:r>
            <a:r>
              <a:rPr sz="2000">
                <a:solidFill>
                  <a:srgbClr val="2A333B"/>
                </a:solidFill>
                <a:latin typeface="Calibri"/>
              </a:rPr>
              <a:t>A plain to-do list doesn't tell you what to do first, or why.</a:t>
            </a:r>
          </a:p>
          <a:p>
            <a:pPr>
              <a:lnSpc>
                <a:spcPct val="110000"/>
              </a:lnSpc>
              <a:spcAft>
                <a:spcPts val="1800"/>
              </a:spcAft>
            </a:pPr>
            <a:r>
              <a:rPr sz="2000" b="1">
                <a:solidFill>
                  <a:srgbClr val="F28C28"/>
                </a:solidFill>
              </a:rPr>
              <a:t>•  </a:t>
            </a:r>
            <a:r>
              <a:rPr sz="2000">
                <a:solidFill>
                  <a:srgbClr val="2A333B"/>
                </a:solidFill>
                <a:latin typeface="Calibri"/>
              </a:rPr>
              <a:t>I wanted a planner that makes that call — and explains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28016" cy="777240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6692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48F93"/>
                </a:solidFill>
                <a:latin typeface="Calibri"/>
              </a:rPr>
              <a:t>THE LOGIC — HOW THE AI THINKS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96112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1A2332"/>
                </a:solidFill>
                <a:latin typeface="Calibri"/>
              </a:rPr>
              <a:t>It looks things up, then plans in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5C6B73"/>
                </a:solidFill>
                <a:latin typeface="Calibri"/>
              </a:rPr>
              <a:t>An agentic loop: retrieve → prioritize → plan → check → fix.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331720"/>
            <a:ext cx="457200" cy="45720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276856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Look it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6243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Pulls care guidance for each task from a small knowledge base.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246120"/>
            <a:ext cx="457200" cy="45720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191256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Prioritize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5387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Boosts safety-first tasks: meds › feeding › walks › grooming.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160520"/>
            <a:ext cx="457200" cy="45720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105656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Plan &amp;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4531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Builds the day, then scans for time clashes and overlaps.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074920"/>
            <a:ext cx="457200" cy="45720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020056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A2332"/>
                </a:solidFill>
                <a:latin typeface="Calibri"/>
              </a:rPr>
              <a:t>Fix &amp;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53675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Resolves conflicts and reports a 0–1 confidence score.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1783080"/>
            <a:ext cx="4846320" cy="382767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892808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148F93"/>
                </a:solidFill>
                <a:latin typeface="Calibri"/>
              </a:rPr>
              <a:t>THE LIVE APP</a:t>
            </a:r>
          </a:p>
        </p:txBody>
      </p:sp>
      <p:pic>
        <p:nvPicPr>
          <p:cNvPr id="20" name="Picture 19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240280"/>
            <a:ext cx="4663440" cy="32333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4400" y="5989320"/>
            <a:ext cx="5669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2A333B"/>
                </a:solidFill>
                <a:latin typeface="Calibri"/>
              </a:rPr>
              <a:t>Every step is logged to a trace — you can read why the plan came out this 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28016" cy="77724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6692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28C28"/>
                </a:solidFill>
                <a:latin typeface="Calibri"/>
              </a:rPr>
              <a:t>THE RELIABILITY — HOW I KNOW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96112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1A2332"/>
                </a:solidFill>
                <a:latin typeface="Calibri"/>
              </a:rPr>
              <a:t>Tested, and honest when it's unsure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468880" cy="1600200"/>
          </a:xfrm>
          <a:prstGeom prst="round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11/11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automated tests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011680"/>
            <a:ext cx="2468880" cy="160020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2212848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confidence when the plan fits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011680"/>
            <a:ext cx="2468880" cy="1600200"/>
          </a:xfrm>
          <a:prstGeom prst="round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212848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10896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cases I checked by hand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700" b="1">
                <a:solidFill>
                  <a:srgbClr val="F28C28"/>
                </a:solidFill>
              </a:rPr>
              <a:t>•  </a:t>
            </a:r>
            <a:r>
              <a:rPr sz="1700">
                <a:solidFill>
                  <a:srgbClr val="2A333B"/>
                </a:solidFill>
                <a:latin typeface="Calibri"/>
              </a:rPr>
              <a:t>Tests cover the boosts, the scheduling, conflict detection, and skips.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700" b="1">
                <a:solidFill>
                  <a:srgbClr val="F28C28"/>
                </a:solidFill>
              </a:rPr>
              <a:t>•  </a:t>
            </a:r>
            <a:r>
              <a:rPr sz="1700">
                <a:solidFill>
                  <a:srgbClr val="2A333B"/>
                </a:solidFill>
                <a:latin typeface="Calibri"/>
              </a:rPr>
              <a:t>Guardrails: empty names and no-task runs are caught, not crashed.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700" b="1">
                <a:solidFill>
                  <a:srgbClr val="F28C28"/>
                </a:solidFill>
              </a:rPr>
              <a:t>•  </a:t>
            </a:r>
            <a:r>
              <a:rPr sz="1700">
                <a:solidFill>
                  <a:srgbClr val="2A333B"/>
                </a:solidFill>
                <a:latin typeface="Calibri"/>
              </a:rPr>
              <a:t>When a task can't fit the day, it's skipped and the confidence drops — no pretending.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28016" cy="777240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6692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48F93"/>
                </a:solidFill>
                <a:latin typeface="Calibri"/>
              </a:rPr>
              <a:t>THE REFLECTION — WHAT SURPRISED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96112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1A2332"/>
                </a:solidFill>
                <a:latin typeface="Calibri"/>
              </a:rPr>
              <a:t>Small ideas, surprisingly big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F28C28"/>
                </a:solidFill>
              </a:rPr>
              <a:t>•  </a:t>
            </a:r>
            <a:r>
              <a:rPr sz="1900">
                <a:solidFill>
                  <a:srgbClr val="2A333B"/>
                </a:solidFill>
                <a:latin typeface="Calibri"/>
              </a:rPr>
              <a:t>A tiny knowledge base + simple boosts beat a plain scheduler — no big model needed.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F28C28"/>
                </a:solidFill>
              </a:rPr>
              <a:t>•  </a:t>
            </a:r>
            <a:r>
              <a:rPr sz="1900">
                <a:solidFill>
                  <a:srgbClr val="2A333B"/>
                </a:solidFill>
                <a:latin typeface="Calibri"/>
              </a:rPr>
              <a:t>Just showing the reasoning trace made the tool feel far more trustworthy.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F28C28"/>
                </a:solidFill>
              </a:rPr>
              <a:t>•  </a:t>
            </a:r>
            <a:r>
              <a:rPr sz="1900">
                <a:solidFill>
                  <a:srgbClr val="2A333B"/>
                </a:solidFill>
                <a:latin typeface="Calibri"/>
              </a:rPr>
              <a:t>The AI helped most with clean class design early on.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F28C28"/>
                </a:solidFill>
              </a:rPr>
              <a:t>•  </a:t>
            </a:r>
            <a:r>
              <a:rPr sz="1900">
                <a:solidFill>
                  <a:srgbClr val="2A333B"/>
                </a:solidFill>
                <a:latin typeface="Calibri"/>
              </a:rPr>
              <a:t>It also steered me wrong once: it checked conflicts by exact start-time only, missing overlaps — I caught it and fixed it with proper slot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5C6B73"/>
                </a:solidFill>
                <a:latin typeface="Calibri"/>
              </a:rPr>
              <a:t>Biggest lesson: a system you can see into is easier to trust than one that's just "smart."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109728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27248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057400"/>
            <a:ext cx="121916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Thanks — questions?  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D6E2E5"/>
                </a:solidFill>
                <a:latin typeface="Calibri"/>
              </a:rPr>
              <a:t>Happy to walk through the code or the planner trace.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8F93"/>
                </a:solidFill>
                <a:latin typeface="Calibri"/>
              </a:rPr>
              <a:t>github.com/Giridhar555/ai110-module2show-pawpal-starter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